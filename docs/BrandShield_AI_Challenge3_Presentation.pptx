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HACXLERATE 2026 — OFFICIAL PROJECT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BRANDSHIELD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Autonomous Multi-Modal Digital Risk Protection &amp; Brand Impersonation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Hackathon Track: </a:t>
            </a:r>
            <a:r>
              <a:rPr b="0" sz="1500">
                <a:solidFill>
                  <a:srgbClr val="E2E8F0"/>
                </a:solidFill>
                <a:latin typeface="Calibri"/>
              </a:rPr>
              <a:t>Challenge 03 — Digital Risk Protection Platform (Presented by Kampus.vc | HacXLerate 2026)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Team Lead: </a:t>
            </a:r>
            <a:r>
              <a:rPr b="0" sz="1500">
                <a:solidFill>
                  <a:srgbClr val="E2E8F0"/>
                </a:solidFill>
                <a:latin typeface="Calibri"/>
              </a:rPr>
              <a:t>Abdul Malik (UID: 26LBCS3280 | Section: LCS202 | B.Tech CSE AI &amp; ML, Chandigarh University)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Core Mission: </a:t>
            </a:r>
            <a:r>
              <a:rPr b="0" sz="1500">
                <a:solidFill>
                  <a:srgbClr val="E2E8F0"/>
                </a:solidFill>
                <a:latin typeface="Calibri"/>
              </a:rPr>
              <a:t>Detect fake social profiles, spoofed brand logos, scam bios, and rogue apps in under 30 milliseconds.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Key Innovation: </a:t>
            </a:r>
            <a:r>
              <a:rPr b="0" sz="1500">
                <a:solidFill>
                  <a:srgbClr val="E2E8F0"/>
                </a:solidFill>
                <a:latin typeface="Calibri"/>
              </a:rPr>
              <a:t>Combines Meta FAISS Vector Search + ONNX Neural Models + 1-Click Automated Legal Takedown.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HacXLerate 2026 | Team Lead: Abdul Malik (26LBCS3280) | Chandigarh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BRANDSHIELD AI | CHALLENGE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1. The Real-World Crisis: Digital Brand Impersonation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Why high-growth startups, fintechs, and institutions lose trust and revenue in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Fake Support &amp; Hiring Handles: </a:t>
            </a:r>
            <a:r>
              <a:rPr b="0" sz="1500">
                <a:solidFill>
                  <a:srgbClr val="E2E8F0"/>
                </a:solidFill>
                <a:latin typeface="Calibri"/>
              </a:rPr>
              <a:t>Fraudsters launch accounts like @bytexl_support_official or @zomato_refunds on Instagram, X, and Telegram.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Payment &amp; Credential Extortion: </a:t>
            </a:r>
            <a:r>
              <a:rPr b="0" sz="1500">
                <a:solidFill>
                  <a:srgbClr val="E2E8F0"/>
                </a:solidFill>
                <a:latin typeface="Calibri"/>
              </a:rPr>
              <a:t>Scammers trick students and customers into paying fake registration fees via UPI or entering credentials on phishing portals.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Typosquatting &amp; Homoglyphs: </a:t>
            </a:r>
            <a:r>
              <a:rPr b="0" sz="1500">
                <a:solidFill>
                  <a:srgbClr val="E2E8F0"/>
                </a:solidFill>
                <a:latin typeface="Calibri"/>
              </a:rPr>
              <a:t>Attackers swap lookalike letters (paytm -&gt; paytrn, 0 for o, 1 for l) to evade basic text filters.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72+ Hour Detection Lag: </a:t>
            </a:r>
            <a:r>
              <a:rPr b="0" sz="1500">
                <a:solidFill>
                  <a:srgbClr val="E2E8F0"/>
                </a:solidFill>
                <a:latin typeface="Calibri"/>
              </a:rPr>
              <a:t>Traditional brand protection relies on manual user complaints after victims have already been defrauded.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HacXLerate 2026 | Team Lead: Abdul Malik (26LBCS3280) | Chandigarh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BRANDSHIELD AI | CHALLENGE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2. Why Existing Solutions &amp; Basic Wrappers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Bridging the gap between naive keyword filters and enterprise cybersecurity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Naive Keyword Regex Fails: </a:t>
            </a:r>
            <a:r>
              <a:rPr b="0" sz="1500">
                <a:solidFill>
                  <a:srgbClr val="E2E8F0"/>
                </a:solidFill>
                <a:latin typeface="Calibri"/>
              </a:rPr>
              <a:t>Cannot detect altered logos, cropped avatars, color-shifted icons, or homoglyphic username tricks.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Manual Reporting is Reactive: </a:t>
            </a:r>
            <a:r>
              <a:rPr b="0" sz="1500">
                <a:solidFill>
                  <a:srgbClr val="E2E8F0"/>
                </a:solidFill>
                <a:latin typeface="Calibri"/>
              </a:rPr>
              <a:t>Security teams spend hours manually drafting abuse reports while new scam accounts pop up in minutes.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Shallow Chatbot Wrappers Don't Scale: </a:t>
            </a:r>
            <a:r>
              <a:rPr b="0" sz="1500">
                <a:solidFill>
                  <a:srgbClr val="E2E8F0"/>
                </a:solidFill>
                <a:latin typeface="Calibri"/>
              </a:rPr>
              <a:t>Generic LLM prompt wrappers cannot index millions of visual assets or deliver deterministic sub-second risk scores.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The BrandShield AI Advantage: </a:t>
            </a:r>
            <a:r>
              <a:rPr b="0" sz="1500">
                <a:solidFill>
                  <a:srgbClr val="E2E8F0"/>
                </a:solidFill>
                <a:latin typeface="Calibri"/>
              </a:rPr>
              <a:t>A deterministic, multi-modal neural pipeline engineered for real-time detection and instant enforcement.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HacXLerate 2026 | Team Lead: Abdul Malik (26LBCS3280) | Chandigarh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BRANDSHIELD AI | CHALLENGE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3. The 3-Pillar Multi-Modal Detection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Parallel Vision, NLP, and Algorithmic Heuristic Engines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Pillar 1 — Vision (40% Weight): </a:t>
            </a:r>
            <a:r>
              <a:rPr b="0" sz="1500">
                <a:solidFill>
                  <a:srgbClr val="E2E8F0"/>
                </a:solidFill>
                <a:latin typeface="Calibri"/>
              </a:rPr>
              <a:t>Meta FAISS (IndexFlatIP) + OpenAI CLIP / MobileNet (.onnx). Computes 512-dim dense vector cosine similarity in &lt;15ms.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Pillar 2 — NLP Scam Intent (35% Weight): </a:t>
            </a:r>
            <a:r>
              <a:rPr b="0" sz="1500">
                <a:solidFill>
                  <a:srgbClr val="E2E8F0"/>
                </a:solidFill>
                <a:latin typeface="Calibri"/>
              </a:rPr>
              <a:t>DistilBERT / RoBERTa (.onnx) + Fraud Rules. Flags UPI solicitation, fake refund urgency, and phishing redirects.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Pillar 3 — Heuristics (25% Weight): </a:t>
            </a:r>
            <a:r>
              <a:rPr b="0" sz="1500">
                <a:solidFill>
                  <a:srgbClr val="E2E8F0"/>
                </a:solidFill>
                <a:latin typeface="Calibri"/>
              </a:rPr>
              <a:t>Levenshtein edit distance, homoglyph substitution matrix, scam affix detection (_support, _official), and follower anomalies.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Sub-30ms End-to-End Latency: </a:t>
            </a:r>
            <a:r>
              <a:rPr b="0" sz="1500">
                <a:solidFill>
                  <a:srgbClr val="E2E8F0"/>
                </a:solidFill>
                <a:latin typeface="Calibri"/>
              </a:rPr>
              <a:t>All three pillars execute asynchronously in FastAPI to return a unified forensic verdict immediately.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HacXLerate 2026 | Team Lead: Abdul Malik (26LBCS3280) | Chandigarh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BRANDSHIELD AI | CHALLENGE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4. Unified Threat Scoring Engine (0 – 100 Scale)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Threat Score = 0.40(S_visual) + 0.35(S_bio_nlp) + 0.25(S_handle_heuristic)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0 – 39% | LOW / SAFE (Emerald Green): </a:t>
            </a:r>
            <a:r>
              <a:rPr b="0" sz="1500">
                <a:solidFill>
                  <a:srgbClr val="E2E8F0"/>
                </a:solidFill>
                <a:latin typeface="Calibri"/>
              </a:rPr>
              <a:t>Verified brand partner, community fan page, or unrelated account. Logged to audit trail.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40 – 69% | MEDIUM RISK (Cyber Yellow): </a:t>
            </a:r>
            <a:r>
              <a:rPr b="0" sz="1500">
                <a:solidFill>
                  <a:srgbClr val="E2E8F0"/>
                </a:solidFill>
                <a:latin typeface="Calibri"/>
              </a:rPr>
              <a:t>Partial handle similarity or ambiguous metadata; queued for security analyst inspection.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70 – 89% | HIGH RISK (Neon Amber): </a:t>
            </a:r>
            <a:r>
              <a:rPr b="0" sz="1500">
                <a:solidFill>
                  <a:srgbClr val="E2E8F0"/>
                </a:solidFill>
                <a:latin typeface="Calibri"/>
              </a:rPr>
              <a:t>High-probability brand impersonation; automated warning dispatched to brand admins.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90 – 100% | CRITICAL THREAT (Crimson Red): </a:t>
            </a:r>
            <a:r>
              <a:rPr b="0" sz="1500">
                <a:solidFill>
                  <a:srgbClr val="E2E8F0"/>
                </a:solidFill>
                <a:latin typeface="Calibri"/>
              </a:rPr>
              <a:t>Confirmed Impersonation Attack. Automatically unlocks 1-Click Legal Takedown &amp; Forensic PDF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HacXLerate 2026 | Team Lead: Abdul Malik (26LBCS3280) |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BRANDSHIELD AI | CHALLENGE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5. Killer Feature: 1-Click Automated Legal Takedown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Moving from threat detection to immediate business 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Instant Forensic Evidence Package: </a:t>
            </a:r>
            <a:r>
              <a:rPr b="0" sz="1500">
                <a:solidFill>
                  <a:srgbClr val="E2E8F0"/>
                </a:solidFill>
                <a:latin typeface="Calibri"/>
              </a:rPr>
              <a:t>Captures UTC timestamps, suspect URL, handle ID, and side-by-side visual logo proof with FAISS similarity %.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Statutory Legal Citations: </a:t>
            </a:r>
            <a:r>
              <a:rPr b="0" sz="1500">
                <a:solidFill>
                  <a:srgbClr val="E2E8F0"/>
                </a:solidFill>
                <a:latin typeface="Calibri"/>
              </a:rPr>
              <a:t>Auto-populates formal trademark infringement and impersonation clauses under the IT Act and DMCA frameworks.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Pre-Addressed Abuse Desk Dispatch: </a:t>
            </a:r>
            <a:r>
              <a:rPr b="0" sz="1500">
                <a:solidFill>
                  <a:srgbClr val="E2E8F0"/>
                </a:solidFill>
                <a:latin typeface="Calibri"/>
              </a:rPr>
              <a:t>Generates ready-to-send enforcement notices formatted for Meta, X, Telegram, and Google Play security teams.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Zero Manual Drafting: </a:t>
            </a:r>
            <a:r>
              <a:rPr b="0" sz="1500">
                <a:solidFill>
                  <a:srgbClr val="E2E8F0"/>
                </a:solidFill>
                <a:latin typeface="Calibri"/>
              </a:rPr>
              <a:t>Reduces takedown preparation time from 72 hours of legal back-and-forth to a single click.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HacXLerate 2026 | Team Lead: Abdul Malik (26LBCS3280) |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BRANDSHIELD AI | CHALLENGE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6. Product Experience: 4 Core SOC Dashboard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Designed in high-contrast cybersecurity dark mode for security analysts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Screen 1 — SOC Command Hub: </a:t>
            </a:r>
            <a:r>
              <a:rPr b="0" sz="1500">
                <a:solidFill>
                  <a:srgbClr val="E2E8F0"/>
                </a:solidFill>
                <a:latin typeface="Calibri"/>
              </a:rPr>
              <a:t>Live KPI strip (Monitored Brands: 14, Scanned Profiles: 8,450, Threats Blocked: 6) + Animated Threat Radar.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Screen 2 — Real-Time Deep Scanner: </a:t>
            </a:r>
            <a:r>
              <a:rPr b="0" sz="1500">
                <a:solidFill>
                  <a:srgbClr val="E2E8F0"/>
                </a:solidFill>
                <a:latin typeface="Calibri"/>
              </a:rPr>
              <a:t>Interactive input for Brand Name &amp; Suspect Handle/URL with live multi-modal telemetry.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Screen 3 — Split Forensic Comparison: </a:t>
            </a:r>
            <a:r>
              <a:rPr b="0" sz="1500">
                <a:solidFill>
                  <a:srgbClr val="E2E8F0"/>
                </a:solidFill>
                <a:latin typeface="Calibri"/>
              </a:rPr>
              <a:t>Side-by-side Verified Brand vs. Imposter view with highlighted scam bio text and 96% CRITICAL radial gauge.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Screen 4 — Enforcement &amp; Takedown Drawer: </a:t>
            </a:r>
            <a:r>
              <a:rPr b="0" sz="1500">
                <a:solidFill>
                  <a:srgbClr val="E2E8F0"/>
                </a:solidFill>
                <a:latin typeface="Calibri"/>
              </a:rPr>
              <a:t>Live preview of the Cease &amp; Desist notice with 1-Click PDF Export and Abuse Desk email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HacXLerate 2026 | Team Lead: Abdul Malik (26LBCS3280) |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BRANDSHIELD AI | CHALLENGE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7. Technology Stack &amp; ONNX Production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Engineered for cloud reliability, speed, and zero cold-start bottlenecks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Frontend Dashboard: </a:t>
            </a:r>
            <a:r>
              <a:rPr b="0" sz="1500">
                <a:solidFill>
                  <a:srgbClr val="E2E8F0"/>
                </a:solidFill>
                <a:latin typeface="Calibri"/>
              </a:rPr>
              <a:t>Next.js 15 / React 19 + Tailwind CSS v4 + shadcn/ui + Framer Motion (Deployed on Vercel).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Backend REST API: </a:t>
            </a:r>
            <a:r>
              <a:rPr b="0" sz="1500">
                <a:solidFill>
                  <a:srgbClr val="E2E8F0"/>
                </a:solidFill>
                <a:latin typeface="Calibri"/>
              </a:rPr>
              <a:t>Python 3.11+ / FastAPI (Async) + Pydantic v2 schemas (/api/v1/scan and /api/v1/takedown).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ONNX + FAISS Inference: </a:t>
            </a:r>
            <a:r>
              <a:rPr b="0" sz="1500">
                <a:solidFill>
                  <a:srgbClr val="E2E8F0"/>
                </a:solidFill>
                <a:latin typeface="Calibri"/>
              </a:rPr>
              <a:t>Models trained in PyTorch (.pt) on Google Colab Pro and compiled to ONNX Runtime (.onnx &lt;40MB) + FAISS (.index).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Why ONNX Wins in Production: </a:t>
            </a:r>
            <a:r>
              <a:rPr b="0" sz="1500">
                <a:solidFill>
                  <a:srgbClr val="E2E8F0"/>
                </a:solidFill>
                <a:latin typeface="Calibri"/>
              </a:rPr>
              <a:t>Eliminates heavy 2GB GPU dependencies, ensuring fast cloud deployment and deterministic sub-second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HacXLerate 2026 | Team Lead: Abdul Malik (26LBCS3280) |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BRANDSHIELD AI | CHALLENGE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8. Sprint Roadmap &amp; HacXLerate Evaluation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Built strictly around functional requirements and objective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4434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Phase 1 (Hours 0–6): ML &amp; Vector Index: </a:t>
            </a:r>
            <a:r>
              <a:rPr b="0" sz="1500">
                <a:solidFill>
                  <a:srgbClr val="E2E8F0"/>
                </a:solidFill>
                <a:latin typeface="Calibri"/>
              </a:rPr>
              <a:t>Curate brand asset dataset, compute CLIP embeddings on Colab, export .onnx weights and FAISS .index.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Phase 2 (Hours 6–16): API &amp; SOC Frontend: </a:t>
            </a:r>
            <a:r>
              <a:rPr b="0" sz="1500">
                <a:solidFill>
                  <a:srgbClr val="E2E8F0"/>
                </a:solidFill>
                <a:latin typeface="Calibri"/>
              </a:rPr>
              <a:t>Implement FastAPI scoring endpoints and build the 4-screen dark-mode SOC dashboard in AGY IDE.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Phase 3 (Hours 16–24): Testing &amp; Live Deploy: </a:t>
            </a:r>
            <a:r>
              <a:rPr b="0" sz="1500">
                <a:solidFill>
                  <a:srgbClr val="E2E8F0"/>
                </a:solidFill>
                <a:latin typeface="Calibri"/>
              </a:rPr>
              <a:t>End-to-end objective functionality verification, GitHub documentation, and live production deployment.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  <a:latin typeface="Calibri"/>
              </a:rPr>
              <a:t>▸ B2B SaaS Market Potential: </a:t>
            </a:r>
            <a:r>
              <a:rPr b="0" sz="1500">
                <a:solidFill>
                  <a:srgbClr val="E2E8F0"/>
                </a:solidFill>
                <a:latin typeface="Calibri"/>
              </a:rPr>
              <a:t>Scalable architecture ready to protect venture-backed startups, fintechs, and universities globally.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HacXLerate 2026 | Team Lead: Abdul Malik (26LBCS3280) | Chandigarh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